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dbf431b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dbf431b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8dbf431b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8dbf431b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4294967295" type="title"/>
          </p:nvPr>
        </p:nvSpPr>
        <p:spPr>
          <a:xfrm>
            <a:off x="311700" y="23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b="1" lang="ko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UI</a:t>
            </a:r>
            <a:endParaRPr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5" name="Google Shape;55;p13" title="피드백 반영 UI.png"/>
          <p:cNvPicPr preferRelativeResize="0"/>
          <p:nvPr/>
        </p:nvPicPr>
        <p:blipFill rotWithShape="1">
          <a:blip r:embed="rId3">
            <a:alphaModFix/>
          </a:blip>
          <a:srcRect b="3173" l="2120" r="2369" t="3491"/>
          <a:stretch/>
        </p:blipFill>
        <p:spPr>
          <a:xfrm>
            <a:off x="359112" y="895100"/>
            <a:ext cx="8425774" cy="390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3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2. Frontend Flow</a:t>
            </a:r>
            <a:endParaRPr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971" l="436" r="436" t="961"/>
          <a:stretch/>
        </p:blipFill>
        <p:spPr>
          <a:xfrm>
            <a:off x="1384876" y="806450"/>
            <a:ext cx="6374249" cy="344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384875" y="4286100"/>
            <a:ext cx="693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lt1"/>
                </a:solidFill>
              </a:rPr>
              <a:t>Frontend</a:t>
            </a:r>
            <a:r>
              <a:rPr b="1" lang="ko" sz="1500">
                <a:solidFill>
                  <a:schemeClr val="lt1"/>
                </a:solidFill>
              </a:rPr>
              <a:t> 기술 스택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ko" sz="1300">
                <a:solidFill>
                  <a:schemeClr val="lt1"/>
                </a:solidFill>
              </a:rPr>
              <a:t>React, Axios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3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3. Backend</a:t>
            </a:r>
            <a:endParaRPr b="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47218" l="1019" r="1048" t="7095"/>
          <a:stretch/>
        </p:blipFill>
        <p:spPr>
          <a:xfrm>
            <a:off x="826138" y="947900"/>
            <a:ext cx="7491724" cy="19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826200" y="3006950"/>
            <a:ext cx="74916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lt1"/>
                </a:solidFill>
              </a:rPr>
              <a:t>Backend 기술 스택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ko" sz="1300">
                <a:solidFill>
                  <a:schemeClr val="lt1"/>
                </a:solidFill>
              </a:rPr>
              <a:t>MySQL, REST API, Whisper AI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